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132588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48056"/>
            <a:ext cx="1179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Hackathon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Google Analytics for the human side of AI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</a:rPr>
              <a:t>We turn a 30-minute AI call into emotional, behavioral, and decision-ready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731520"/>
            <a:ext cx="52120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l-workbench-30min-readable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914400"/>
            <a:ext cx="4882896" cy="690827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937760"/>
            <a:ext cx="123444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97433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Confidence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937760"/>
            <a:ext cx="1234440" cy="38404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497433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Hesitation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937760"/>
            <a:ext cx="128016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4974336"/>
            <a:ext cx="1133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937760"/>
            <a:ext cx="1143000" cy="38404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4974336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Friction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Transcripts tell you what was said. They miss how the human actually felt.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Analysts reviewing AI calls still have to guess where confidence rose, hesitation spiked, or the conversation went off track.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383280" cy="2331720"/>
          </a:xfrm>
          <a:prstGeom prst="roundRect">
            <a:avLst/>
          </a:prstGeom>
          <a:solidFill>
            <a:srgbClr val="DBEAFE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762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Long calls are slow to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61488"/>
            <a:ext cx="2971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A 30-minute call still means replaying audio, skimming text, and manually hunting for important moments.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011680"/>
            <a:ext cx="3383280" cy="2331720"/>
          </a:xfrm>
          <a:prstGeom prst="roundRect">
            <a:avLst/>
          </a:prstGeom>
          <a:solidFill>
            <a:srgbClr val="FEF3C7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762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Emotion and behavior get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61488"/>
            <a:ext cx="2971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Words alone do not show stress, doubt, engagement, pauses, fillers, or recovery after a tense 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2011680"/>
            <a:ext cx="3383280" cy="2331720"/>
          </a:xfrm>
          <a:prstGeom prst="roundRect">
            <a:avLst/>
          </a:prstGeom>
          <a:solidFill>
            <a:srgbClr val="FEE2E2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17627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Teams do not know what to do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761488"/>
            <a:ext cx="2971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Without a clear signal, it is hard to decide whether to follow up, coach, escalate, or qualify the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97280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0235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The missing layer is human signal: emotion, hesitation, confidence, engagement, and readiness during the AI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Why transcripts fail for AI + human call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A transcript is useful context, but it cannot show timing, emotion, or how the AI changed the human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Transcript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72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0F172A"/>
                </a:solidFill>
              </a:rPr>
              <a:t>"Yeah, I think this would actually help our onboarding team because right now everything is scattered across calls and notes."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4480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>
                <a:solidFill>
                  <a:srgbClr val="475569"/>
                </a:solidFill>
              </a:rPr>
              <a:t>You can read the sentence</a:t>
            </a:r>
          </a:p>
          <a:p>
            <a:pPr/>
            <a:r>
              <a:rPr sz="1500">
                <a:solidFill>
                  <a:srgbClr val="475569"/>
                </a:solidFill>
              </a:rPr>
              <a:t>You cannot see the confidence rise</a:t>
            </a:r>
          </a:p>
          <a:p>
            <a:pPr/>
            <a:r>
              <a:rPr sz="1500">
                <a:solidFill>
                  <a:srgbClr val="475569"/>
                </a:solidFill>
              </a:rPr>
              <a:t>You cannot see the pause before answering</a:t>
            </a:r>
          </a:p>
          <a:p>
            <a:pPr/>
            <a:r>
              <a:rPr sz="1500">
                <a:solidFill>
                  <a:srgbClr val="475569"/>
                </a:solidFill>
              </a:rPr>
              <a:t>You cannot see the AI calming effect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4114800"/>
          </a:xfrm>
          <a:prstGeom prst="roundRect">
            <a:avLst/>
          </a:prstGeom>
          <a:solidFill>
            <a:srgbClr val="DBEAFE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What analysts actually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>
                <a:solidFill>
                  <a:srgbClr val="0F172A"/>
                </a:solidFill>
              </a:rPr>
              <a:t>Where did hesitation spike?</a:t>
            </a:r>
          </a:p>
          <a:p>
            <a:pPr/>
            <a:r>
              <a:rPr sz="2000">
                <a:solidFill>
                  <a:srgbClr val="0F172A"/>
                </a:solidFill>
              </a:rPr>
              <a:t>When did confidence stabilize?</a:t>
            </a:r>
          </a:p>
          <a:p>
            <a:pPr/>
            <a:r>
              <a:rPr sz="2000">
                <a:solidFill>
                  <a:srgbClr val="0F172A"/>
                </a:solidFill>
              </a:rPr>
              <a:t>Did the AI reduce friction or create it?</a:t>
            </a:r>
          </a:p>
          <a:p>
            <a:pPr/>
            <a:r>
              <a:rPr sz="2000">
                <a:solidFill>
                  <a:srgbClr val="0F172A"/>
                </a:solidFill>
              </a:rPr>
              <a:t>Is the human moving toward a decision?</a:t>
            </a:r>
          </a:p>
          <a:p>
            <a:pPr/>
            <a:r>
              <a:rPr sz="2000">
                <a:solidFill>
                  <a:srgbClr val="0F172A"/>
                </a:solidFill>
              </a:rPr>
              <a:t>What should the team do after this call?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Spectrum is a single-call voice analytics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The product is built around one core question: how did the human sound, behave, and move toward or away from a decision during the AI conversation?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7406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l-workbench-30min-readable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7040880" cy="99613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92024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2103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</a:rPr>
              <a:t>Four job paths in one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606040"/>
            <a:ext cx="1234440" cy="38404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264261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62432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Find the key moments and understand what happened.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429000"/>
            <a:ext cx="1234440" cy="38404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346557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344728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Measure confidence, hesitation, engagement, and readiness.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251960"/>
            <a:ext cx="1234440" cy="38404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428853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427024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Spot struggle patterns and explain where the human got stuck.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5074920"/>
            <a:ext cx="1234440" cy="38404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5111496"/>
            <a:ext cx="1088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09320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Recommend follow-up, escalation, qualification, or risk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The waveform becomes an analytics surface, not just a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This is the strongest product moment in the demo because it shows emotion, timing, noise, and key moments on the same 30-minute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7040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l-workbench-30min-readable.pdf.png"/>
          <p:cNvPicPr>
            <a:picLocks noChangeAspect="1"/>
          </p:cNvPicPr>
          <p:nvPr/>
        </p:nvPicPr>
        <p:blipFill>
          <a:blip r:embed="rId2"/>
          <a:srcRect r="28000" b="40000" t="8000"/>
          <a:stretch>
            <a:fillRect/>
          </a:stretch>
        </p:blipFill>
        <p:spPr>
          <a:xfrm>
            <a:off x="822960" y="1965960"/>
            <a:ext cx="6675120" cy="94439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920240"/>
            <a:ext cx="3474720" cy="40690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1488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What to point at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606040"/>
            <a:ext cx="2834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>
                <a:solidFill>
                  <a:srgbClr val="FFFFFF"/>
                </a:solidFill>
              </a:rPr>
              <a:t>Full 30-minute waveform for fast scanning</a:t>
            </a:r>
          </a:p>
          <a:p>
            <a:pPr/>
            <a:r>
              <a:rPr sz="1500">
                <a:solidFill>
                  <a:srgbClr val="FFFFFF"/>
                </a:solidFill>
              </a:rPr>
              <a:t>Segment color overlay for emotion clusters</a:t>
            </a:r>
          </a:p>
          <a:p>
            <a:pPr/>
            <a:r>
              <a:rPr sz="1500">
                <a:solidFill>
                  <a:srgbClr val="FFFFFF"/>
                </a:solidFill>
              </a:rPr>
              <a:t>Heatband underneath for clean emotional comparison</a:t>
            </a:r>
          </a:p>
          <a:p>
            <a:pPr/>
            <a:r>
              <a:rPr sz="1500">
                <a:solidFill>
                  <a:srgbClr val="FFFFFF"/>
                </a:solidFill>
              </a:rPr>
              <a:t>Noise track for fan hum, typing, pings, or movement</a:t>
            </a:r>
          </a:p>
          <a:p>
            <a:pPr/>
            <a:r>
              <a:rPr sz="1500">
                <a:solidFill>
                  <a:srgbClr val="FFFFFF"/>
                </a:solidFill>
              </a:rPr>
              <a:t>Emoji raw emotion moments like 😰 😌 💪 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One call supports four analyst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</a:rPr>
              <a:t>Spectrum is not just an emotion viewer. It is a workbench that supports investigation, scoring, coaching, and decisioning from the same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514600" cy="2926080"/>
          </a:xfrm>
          <a:prstGeom prst="roundRect">
            <a:avLst/>
          </a:prstGeom>
          <a:solidFill>
            <a:srgbClr val="DBEAFE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2128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Investigate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97480"/>
            <a:ext cx="21488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Jump to key moments like hesitation spikes, emotional recovery, or friction peaks.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14600" cy="2926080"/>
          </a:xfrm>
          <a:prstGeom prst="roundRect">
            <a:avLst/>
          </a:prstGeom>
          <a:solidFill>
            <a:srgbClr val="DCFCE7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22128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697480"/>
            <a:ext cx="21488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Generate human-focused metrics like confidence, engagement, hesitation, and readiness.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514600" cy="2926080"/>
          </a:xfrm>
          <a:prstGeom prst="roundRect">
            <a:avLst/>
          </a:prstGeom>
          <a:solidFill>
            <a:srgbClr val="FEF3C7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2128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Coach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697480"/>
            <a:ext cx="21488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Explain where the human struggled, what improved mid-call, and where support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2011680"/>
            <a:ext cx="2514600" cy="2926080"/>
          </a:xfrm>
          <a:prstGeom prst="roundRect">
            <a:avLst/>
          </a:prstGeom>
          <a:solidFill>
            <a:srgbClr val="FEE2E2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3" y="22128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3" y="2697480"/>
            <a:ext cx="21488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Recommend follow-up, escalation, qualification, or risk flagging based on the 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9728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Primary lens: evaluate the human. AI stays visible as context for interruptions, talk balance, timing, calming effect, and friction.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41732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Spectrum turns AI conversations into something teams can act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</a:rPr>
              <a:t>Sales teams can spot readiness.</a:t>
            </a:r>
            <a:br/>
            <a:r>
              <a:t>Support teams can catch frustration.</a:t>
            </a:r>
            <a:br/>
            <a:r>
              <a:t>AI teams can measure whether the agent builds trust or creates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25880"/>
            <a:ext cx="3840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45920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682496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reviewed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57860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4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61518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investigate, score, coach,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11296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54787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</a:rPr>
              <a:t>human signal + AI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BFDBFE"/>
                </a:solidFill>
              </a:rPr>
              <a:t>Spectrum: Google Analytics for the human side of AI conversations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